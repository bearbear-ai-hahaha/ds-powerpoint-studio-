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6FA"/>
                </a:solidFill>
                <a:latin typeface="Aptos Display"/>
              </a:defRPr>
            </a:pPr>
            <a:r>
              <a:t>Hello from the DS Lite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515600" cy="420624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2200">
                <a:solidFill>
                  <a:srgbClr val="F5F6FA"/>
                </a:solidFill>
                <a:latin typeface="Aptos"/>
              </a:defRPr>
            </a:pPr>
            <a:r>
              <a:t>A presentation created with a Nintendo DS homebrew app.</a:t>
            </a:r>
          </a:p>
          <a:p>
            <a:pPr>
              <a:defRPr sz="2200">
                <a:solidFill>
                  <a:srgbClr val="F5F6FA"/>
                </a:solidFill>
                <a:latin typeface="Aptos"/>
              </a:defRPr>
            </a:pPr>
            <a:r>
              <a:t>Tiny console. Big ambitions.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46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6FA"/>
                </a:solidFill>
                <a:latin typeface="Aptos Display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515600" cy="420624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2200">
                <a:solidFill>
                  <a:srgbClr val="F5F6FA"/>
                </a:solidFill>
                <a:latin typeface="Aptos"/>
              </a:defRPr>
            </a:pPr>
            <a:r>
              <a:t>Create slides on the DS touchscreen or with buttons.</a:t>
            </a:r>
          </a:p>
          <a:p>
            <a:pPr>
              <a:defRPr sz="2200">
                <a:solidFill>
                  <a:srgbClr val="F5F6FA"/>
                </a:solidFill>
                <a:latin typeface="Aptos"/>
              </a:defRPr>
            </a:pPr>
            <a:r>
              <a:t>Save a .dspres project to the flashcart.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23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6FA"/>
                </a:solidFill>
                <a:latin typeface="Aptos Display"/>
              </a:defRPr>
            </a:pPr>
            <a:r>
              <a:t>Export to PowerPoint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515600" cy="420624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2200">
                <a:solidFill>
                  <a:srgbClr val="F5F6FA"/>
                </a:solidFill>
                <a:latin typeface="Aptos"/>
              </a:defRPr>
            </a:pPr>
            <a:r>
              <a:t>Copy the project to a computer or phone.</a:t>
            </a:r>
          </a:p>
          <a:p>
            <a:pPr>
              <a:defRPr sz="2200">
                <a:solidFill>
                  <a:srgbClr val="F5F6FA"/>
                </a:solidFill>
                <a:latin typeface="Aptos"/>
              </a:defRPr>
            </a:pPr>
            <a:r>
              <a:t>Run the companion exporter to create a .pptx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